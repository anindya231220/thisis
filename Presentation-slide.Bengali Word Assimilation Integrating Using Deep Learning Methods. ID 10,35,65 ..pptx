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4" r:id="rId1"/>
  </p:sldMasterIdLst>
  <p:notesMasterIdLst>
    <p:notesMasterId r:id="rId27"/>
  </p:notesMasterIdLst>
  <p:sldIdLst>
    <p:sldId id="256" r:id="rId2"/>
    <p:sldId id="257" r:id="rId3"/>
    <p:sldId id="279" r:id="rId4"/>
    <p:sldId id="258" r:id="rId5"/>
    <p:sldId id="291" r:id="rId6"/>
    <p:sldId id="292" r:id="rId7"/>
    <p:sldId id="293" r:id="rId8"/>
    <p:sldId id="290" r:id="rId9"/>
    <p:sldId id="260" r:id="rId10"/>
    <p:sldId id="261" r:id="rId11"/>
    <p:sldId id="272" r:id="rId12"/>
    <p:sldId id="284" r:id="rId13"/>
    <p:sldId id="262" r:id="rId14"/>
    <p:sldId id="282" r:id="rId15"/>
    <p:sldId id="295" r:id="rId16"/>
    <p:sldId id="296" r:id="rId17"/>
    <p:sldId id="281" r:id="rId18"/>
    <p:sldId id="280" r:id="rId19"/>
    <p:sldId id="298" r:id="rId20"/>
    <p:sldId id="285" r:id="rId21"/>
    <p:sldId id="283" r:id="rId22"/>
    <p:sldId id="286" r:id="rId23"/>
    <p:sldId id="269" r:id="rId24"/>
    <p:sldId id="297" r:id="rId25"/>
    <p:sldId id="273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7" d="100"/>
          <a:sy n="77" d="100"/>
        </p:scale>
        <p:origin x="-956" y="21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urove Roy" userId="1a2e413957d35054" providerId="LiveId" clId="{81FAA9FE-2394-4171-B073-E4030FFB4C24}"/>
    <pc:docChg chg="undo custSel addSld delSld modSld">
      <pc:chgData name="Sourove Roy" userId="1a2e413957d35054" providerId="LiveId" clId="{81FAA9FE-2394-4171-B073-E4030FFB4C24}" dt="2023-12-08T14:52:21.167" v="691" actId="1035"/>
      <pc:docMkLst>
        <pc:docMk/>
      </pc:docMkLst>
      <pc:sldChg chg="addSp delSp modSp mod">
        <pc:chgData name="Sourove Roy" userId="1a2e413957d35054" providerId="LiveId" clId="{81FAA9FE-2394-4171-B073-E4030FFB4C24}" dt="2023-12-08T14:52:21.167" v="691" actId="1035"/>
        <pc:sldMkLst>
          <pc:docMk/>
          <pc:sldMk cId="616250062" sldId="256"/>
        </pc:sldMkLst>
        <pc:spChg chg="del">
          <ac:chgData name="Sourove Roy" userId="1a2e413957d35054" providerId="LiveId" clId="{81FAA9FE-2394-4171-B073-E4030FFB4C24}" dt="2023-12-08T14:50:28.190" v="675" actId="478"/>
          <ac:spMkLst>
            <pc:docMk/>
            <pc:sldMk cId="616250062" sldId="256"/>
            <ac:spMk id="2" creationId="{00000000-0000-0000-0000-000000000000}"/>
          </ac:spMkLst>
        </pc:spChg>
        <pc:spChg chg="del">
          <ac:chgData name="Sourove Roy" userId="1a2e413957d35054" providerId="LiveId" clId="{81FAA9FE-2394-4171-B073-E4030FFB4C24}" dt="2023-12-08T14:50:29.215" v="676" actId="478"/>
          <ac:spMkLst>
            <pc:docMk/>
            <pc:sldMk cId="616250062" sldId="256"/>
            <ac:spMk id="3" creationId="{00000000-0000-0000-0000-000000000000}"/>
          </ac:spMkLst>
        </pc:spChg>
        <pc:spChg chg="mod">
          <ac:chgData name="Sourove Roy" userId="1a2e413957d35054" providerId="LiveId" clId="{81FAA9FE-2394-4171-B073-E4030FFB4C24}" dt="2023-12-08T14:50:42.267" v="681" actId="1076"/>
          <ac:spMkLst>
            <pc:docMk/>
            <pc:sldMk cId="616250062" sldId="256"/>
            <ac:spMk id="6" creationId="{00000000-0000-0000-0000-000000000000}"/>
          </ac:spMkLst>
        </pc:spChg>
        <pc:spChg chg="del mod">
          <ac:chgData name="Sourove Roy" userId="1a2e413957d35054" providerId="LiveId" clId="{81FAA9FE-2394-4171-B073-E4030FFB4C24}" dt="2023-12-08T14:50:30.445" v="677" actId="478"/>
          <ac:spMkLst>
            <pc:docMk/>
            <pc:sldMk cId="616250062" sldId="256"/>
            <ac:spMk id="8" creationId="{00000000-0000-0000-0000-000000000000}"/>
          </ac:spMkLst>
        </pc:spChg>
        <pc:spChg chg="del mod">
          <ac:chgData name="Sourove Roy" userId="1a2e413957d35054" providerId="LiveId" clId="{81FAA9FE-2394-4171-B073-E4030FFB4C24}" dt="2023-12-08T14:50:26.374" v="674" actId="478"/>
          <ac:spMkLst>
            <pc:docMk/>
            <pc:sldMk cId="616250062" sldId="256"/>
            <ac:spMk id="10" creationId="{00000000-0000-0000-0000-000000000000}"/>
          </ac:spMkLst>
        </pc:spChg>
        <pc:spChg chg="add del mod">
          <ac:chgData name="Sourove Roy" userId="1a2e413957d35054" providerId="LiveId" clId="{81FAA9FE-2394-4171-B073-E4030FFB4C24}" dt="2023-12-08T14:50:31.965" v="678" actId="478"/>
          <ac:spMkLst>
            <pc:docMk/>
            <pc:sldMk cId="616250062" sldId="256"/>
            <ac:spMk id="11" creationId="{53EE1749-45BA-4B2F-9D5A-EC024FBB2CD4}"/>
          </ac:spMkLst>
        </pc:spChg>
        <pc:spChg chg="add mod">
          <ac:chgData name="Sourove Roy" userId="1a2e413957d35054" providerId="LiveId" clId="{81FAA9FE-2394-4171-B073-E4030FFB4C24}" dt="2023-12-08T14:51:36.655" v="686" actId="1076"/>
          <ac:spMkLst>
            <pc:docMk/>
            <pc:sldMk cId="616250062" sldId="256"/>
            <ac:spMk id="12" creationId="{2DDBE09C-AE5F-4996-BB0F-C85462B79191}"/>
          </ac:spMkLst>
        </pc:spChg>
        <pc:spChg chg="add mod">
          <ac:chgData name="Sourove Roy" userId="1a2e413957d35054" providerId="LiveId" clId="{81FAA9FE-2394-4171-B073-E4030FFB4C24}" dt="2023-12-08T14:52:21.167" v="691" actId="1035"/>
          <ac:spMkLst>
            <pc:docMk/>
            <pc:sldMk cId="616250062" sldId="256"/>
            <ac:spMk id="13" creationId="{864262A7-61C9-48A6-AC7F-D597EFADAB35}"/>
          </ac:spMkLst>
        </pc:spChg>
        <pc:picChg chg="add mod">
          <ac:chgData name="Sourove Roy" userId="1a2e413957d35054" providerId="LiveId" clId="{81FAA9FE-2394-4171-B073-E4030FFB4C24}" dt="2023-12-08T14:50:44.169" v="682" actId="1076"/>
          <ac:picMkLst>
            <pc:docMk/>
            <pc:sldMk cId="616250062" sldId="256"/>
            <ac:picMk id="5" creationId="{E2229C7D-878C-4377-BB7C-1E01199225F1}"/>
          </ac:picMkLst>
        </pc:picChg>
        <pc:picChg chg="del">
          <ac:chgData name="Sourove Roy" userId="1a2e413957d35054" providerId="LiveId" clId="{81FAA9FE-2394-4171-B073-E4030FFB4C24}" dt="2023-12-08T14:50:04.073" v="667" actId="478"/>
          <ac:picMkLst>
            <pc:docMk/>
            <pc:sldMk cId="616250062" sldId="256"/>
            <ac:picMk id="7" creationId="{00000000-0000-0000-0000-000000000000}"/>
          </ac:picMkLst>
        </pc:picChg>
      </pc:sldChg>
      <pc:sldChg chg="addSp delSp modSp mod">
        <pc:chgData name="Sourove Roy" userId="1a2e413957d35054" providerId="LiveId" clId="{81FAA9FE-2394-4171-B073-E4030FFB4C24}" dt="2023-12-08T13:55:38.009" v="95" actId="1076"/>
        <pc:sldMkLst>
          <pc:docMk/>
          <pc:sldMk cId="507914636" sldId="257"/>
        </pc:sldMkLst>
        <pc:spChg chg="add del mod">
          <ac:chgData name="Sourove Roy" userId="1a2e413957d35054" providerId="LiveId" clId="{81FAA9FE-2394-4171-B073-E4030FFB4C24}" dt="2023-12-08T13:55:38.009" v="95" actId="1076"/>
          <ac:spMkLst>
            <pc:docMk/>
            <pc:sldMk cId="507914636" sldId="257"/>
            <ac:spMk id="4" creationId="{00000000-0000-0000-0000-000000000000}"/>
          </ac:spMkLst>
        </pc:spChg>
        <pc:spChg chg="add del mod">
          <ac:chgData name="Sourove Roy" userId="1a2e413957d35054" providerId="LiveId" clId="{81FAA9FE-2394-4171-B073-E4030FFB4C24}" dt="2023-12-08T13:52:33.792" v="13" actId="22"/>
          <ac:spMkLst>
            <pc:docMk/>
            <pc:sldMk cId="507914636" sldId="257"/>
            <ac:spMk id="6" creationId="{E52E15F2-F6BC-4392-840D-746A45E96F97}"/>
          </ac:spMkLst>
        </pc:spChg>
        <pc:spChg chg="add mod">
          <ac:chgData name="Sourove Roy" userId="1a2e413957d35054" providerId="LiveId" clId="{81FAA9FE-2394-4171-B073-E4030FFB4C24}" dt="2023-12-08T13:55:31.100" v="94" actId="20577"/>
          <ac:spMkLst>
            <pc:docMk/>
            <pc:sldMk cId="507914636" sldId="257"/>
            <ac:spMk id="7" creationId="{A22CB4EE-B661-463B-8499-9FD832AE70D9}"/>
          </ac:spMkLst>
        </pc:spChg>
        <pc:graphicFrameChg chg="add del mod">
          <ac:chgData name="Sourove Roy" userId="1a2e413957d35054" providerId="LiveId" clId="{81FAA9FE-2394-4171-B073-E4030FFB4C24}" dt="2023-12-08T13:52:35.534" v="16"/>
          <ac:graphicFrameMkLst>
            <pc:docMk/>
            <pc:sldMk cId="507914636" sldId="257"/>
            <ac:graphicFrameMk id="2" creationId="{89609787-EC78-438C-BDAE-E15EADB98B98}"/>
          </ac:graphicFrameMkLst>
        </pc:graphicFrameChg>
        <pc:picChg chg="add del">
          <ac:chgData name="Sourove Roy" userId="1a2e413957d35054" providerId="LiveId" clId="{81FAA9FE-2394-4171-B073-E4030FFB4C24}" dt="2023-12-08T13:54:27.506" v="47" actId="478"/>
          <ac:picMkLst>
            <pc:docMk/>
            <pc:sldMk cId="507914636" sldId="257"/>
            <ac:picMk id="5" creationId="{00000000-0000-0000-0000-000000000000}"/>
          </ac:picMkLst>
        </pc:picChg>
      </pc:sldChg>
      <pc:sldChg chg="delSp modSp mod">
        <pc:chgData name="Sourove Roy" userId="1a2e413957d35054" providerId="LiveId" clId="{81FAA9FE-2394-4171-B073-E4030FFB4C24}" dt="2023-12-08T13:59:27.909" v="113" actId="255"/>
        <pc:sldMkLst>
          <pc:docMk/>
          <pc:sldMk cId="1132876795" sldId="258"/>
        </pc:sldMkLst>
        <pc:spChg chg="del">
          <ac:chgData name="Sourove Roy" userId="1a2e413957d35054" providerId="LiveId" clId="{81FAA9FE-2394-4171-B073-E4030FFB4C24}" dt="2023-12-08T13:59:04.222" v="110" actId="478"/>
          <ac:spMkLst>
            <pc:docMk/>
            <pc:sldMk cId="1132876795" sldId="258"/>
            <ac:spMk id="2" creationId="{00000000-0000-0000-0000-000000000000}"/>
          </ac:spMkLst>
        </pc:spChg>
        <pc:spChg chg="mod">
          <ac:chgData name="Sourove Roy" userId="1a2e413957d35054" providerId="LiveId" clId="{81FAA9FE-2394-4171-B073-E4030FFB4C24}" dt="2023-12-08T13:53:09.248" v="25" actId="1076"/>
          <ac:spMkLst>
            <pc:docMk/>
            <pc:sldMk cId="1132876795" sldId="258"/>
            <ac:spMk id="4" creationId="{00000000-0000-0000-0000-000000000000}"/>
          </ac:spMkLst>
        </pc:spChg>
        <pc:spChg chg="del">
          <ac:chgData name="Sourove Roy" userId="1a2e413957d35054" providerId="LiveId" clId="{81FAA9FE-2394-4171-B073-E4030FFB4C24}" dt="2023-12-08T13:59:07.826" v="111" actId="478"/>
          <ac:spMkLst>
            <pc:docMk/>
            <pc:sldMk cId="1132876795" sldId="258"/>
            <ac:spMk id="5" creationId="{00000000-0000-0000-0000-000000000000}"/>
          </ac:spMkLst>
        </pc:spChg>
        <pc:spChg chg="mod">
          <ac:chgData name="Sourove Roy" userId="1a2e413957d35054" providerId="LiveId" clId="{81FAA9FE-2394-4171-B073-E4030FFB4C24}" dt="2023-12-08T13:59:27.909" v="113" actId="255"/>
          <ac:spMkLst>
            <pc:docMk/>
            <pc:sldMk cId="1132876795" sldId="258"/>
            <ac:spMk id="6" creationId="{00000000-0000-0000-0000-000000000000}"/>
          </ac:spMkLst>
        </pc:spChg>
      </pc:sldChg>
      <pc:sldChg chg="del">
        <pc:chgData name="Sourove Roy" userId="1a2e413957d35054" providerId="LiveId" clId="{81FAA9FE-2394-4171-B073-E4030FFB4C24}" dt="2023-12-08T14:15:55.315" v="374" actId="47"/>
        <pc:sldMkLst>
          <pc:docMk/>
          <pc:sldMk cId="1313247141" sldId="259"/>
        </pc:sldMkLst>
      </pc:sldChg>
      <pc:sldChg chg="delSp modSp mod">
        <pc:chgData name="Sourove Roy" userId="1a2e413957d35054" providerId="LiveId" clId="{81FAA9FE-2394-4171-B073-E4030FFB4C24}" dt="2023-12-08T14:15:22.307" v="370" actId="1076"/>
        <pc:sldMkLst>
          <pc:docMk/>
          <pc:sldMk cId="2241127632" sldId="260"/>
        </pc:sldMkLst>
        <pc:spChg chg="del">
          <ac:chgData name="Sourove Roy" userId="1a2e413957d35054" providerId="LiveId" clId="{81FAA9FE-2394-4171-B073-E4030FFB4C24}" dt="2023-12-08T14:04:14.767" v="185" actId="478"/>
          <ac:spMkLst>
            <pc:docMk/>
            <pc:sldMk cId="2241127632" sldId="260"/>
            <ac:spMk id="2" creationId="{00000000-0000-0000-0000-000000000000}"/>
          </ac:spMkLst>
        </pc:spChg>
        <pc:spChg chg="mod">
          <ac:chgData name="Sourove Roy" userId="1a2e413957d35054" providerId="LiveId" clId="{81FAA9FE-2394-4171-B073-E4030FFB4C24}" dt="2023-12-08T14:15:22.307" v="370" actId="1076"/>
          <ac:spMkLst>
            <pc:docMk/>
            <pc:sldMk cId="2241127632" sldId="260"/>
            <ac:spMk id="5" creationId="{00000000-0000-0000-0000-000000000000}"/>
          </ac:spMkLst>
        </pc:spChg>
      </pc:sldChg>
      <pc:sldChg chg="delSp modSp mod">
        <pc:chgData name="Sourove Roy" userId="1a2e413957d35054" providerId="LiveId" clId="{81FAA9FE-2394-4171-B073-E4030FFB4C24}" dt="2023-12-08T14:11:33.811" v="348" actId="20577"/>
        <pc:sldMkLst>
          <pc:docMk/>
          <pc:sldMk cId="2022239442" sldId="261"/>
        </pc:sldMkLst>
        <pc:spChg chg="mod">
          <ac:chgData name="Sourove Roy" userId="1a2e413957d35054" providerId="LiveId" clId="{81FAA9FE-2394-4171-B073-E4030FFB4C24}" dt="2023-12-08T14:06:29.860" v="260" actId="1076"/>
          <ac:spMkLst>
            <pc:docMk/>
            <pc:sldMk cId="2022239442" sldId="261"/>
            <ac:spMk id="2" creationId="{00000000-0000-0000-0000-000000000000}"/>
          </ac:spMkLst>
        </pc:spChg>
        <pc:spChg chg="del">
          <ac:chgData name="Sourove Roy" userId="1a2e413957d35054" providerId="LiveId" clId="{81FAA9FE-2394-4171-B073-E4030FFB4C24}" dt="2023-12-08T14:05:36.179" v="229" actId="478"/>
          <ac:spMkLst>
            <pc:docMk/>
            <pc:sldMk cId="2022239442" sldId="261"/>
            <ac:spMk id="3" creationId="{00000000-0000-0000-0000-000000000000}"/>
          </ac:spMkLst>
        </pc:spChg>
        <pc:spChg chg="del mod">
          <ac:chgData name="Sourove Roy" userId="1a2e413957d35054" providerId="LiveId" clId="{81FAA9FE-2394-4171-B073-E4030FFB4C24}" dt="2023-12-08T14:06:43.836" v="262" actId="478"/>
          <ac:spMkLst>
            <pc:docMk/>
            <pc:sldMk cId="2022239442" sldId="261"/>
            <ac:spMk id="5" creationId="{00000000-0000-0000-0000-000000000000}"/>
          </ac:spMkLst>
        </pc:spChg>
        <pc:spChg chg="mod">
          <ac:chgData name="Sourove Roy" userId="1a2e413957d35054" providerId="LiveId" clId="{81FAA9FE-2394-4171-B073-E4030FFB4C24}" dt="2023-12-08T14:11:33.811" v="348" actId="20577"/>
          <ac:spMkLst>
            <pc:docMk/>
            <pc:sldMk cId="2022239442" sldId="261"/>
            <ac:spMk id="6" creationId="{00000000-0000-0000-0000-000000000000}"/>
          </ac:spMkLst>
        </pc:spChg>
      </pc:sldChg>
      <pc:sldChg chg="delSp modSp mod">
        <pc:chgData name="Sourove Roy" userId="1a2e413957d35054" providerId="LiveId" clId="{81FAA9FE-2394-4171-B073-E4030FFB4C24}" dt="2023-12-08T14:46:00.055" v="591" actId="1076"/>
        <pc:sldMkLst>
          <pc:docMk/>
          <pc:sldMk cId="2641772342" sldId="262"/>
        </pc:sldMkLst>
        <pc:spChg chg="mod">
          <ac:chgData name="Sourove Roy" userId="1a2e413957d35054" providerId="LiveId" clId="{81FAA9FE-2394-4171-B073-E4030FFB4C24}" dt="2023-12-08T14:46:00.055" v="591" actId="1076"/>
          <ac:spMkLst>
            <pc:docMk/>
            <pc:sldMk cId="2641772342" sldId="262"/>
            <ac:spMk id="2" creationId="{00000000-0000-0000-0000-000000000000}"/>
          </ac:spMkLst>
        </pc:spChg>
        <pc:spChg chg="del">
          <ac:chgData name="Sourove Roy" userId="1a2e413957d35054" providerId="LiveId" clId="{81FAA9FE-2394-4171-B073-E4030FFB4C24}" dt="2023-12-08T14:41:59.050" v="517" actId="478"/>
          <ac:spMkLst>
            <pc:docMk/>
            <pc:sldMk cId="2641772342" sldId="262"/>
            <ac:spMk id="3" creationId="{00000000-0000-0000-0000-000000000000}"/>
          </ac:spMkLst>
        </pc:spChg>
        <pc:spChg chg="mod">
          <ac:chgData name="Sourove Roy" userId="1a2e413957d35054" providerId="LiveId" clId="{81FAA9FE-2394-4171-B073-E4030FFB4C24}" dt="2023-12-08T14:45:54.215" v="590" actId="1076"/>
          <ac:spMkLst>
            <pc:docMk/>
            <pc:sldMk cId="2641772342" sldId="262"/>
            <ac:spMk id="4" creationId="{00000000-0000-0000-0000-000000000000}"/>
          </ac:spMkLst>
        </pc:spChg>
      </pc:sldChg>
      <pc:sldChg chg="del">
        <pc:chgData name="Sourove Roy" userId="1a2e413957d35054" providerId="LiveId" clId="{81FAA9FE-2394-4171-B073-E4030FFB4C24}" dt="2023-12-08T14:15:32.690" v="371" actId="47"/>
        <pc:sldMkLst>
          <pc:docMk/>
          <pc:sldMk cId="2546174723" sldId="265"/>
        </pc:sldMkLst>
      </pc:sldChg>
      <pc:sldChg chg="del">
        <pc:chgData name="Sourove Roy" userId="1a2e413957d35054" providerId="LiveId" clId="{81FAA9FE-2394-4171-B073-E4030FFB4C24}" dt="2023-12-08T14:15:40.412" v="372" actId="47"/>
        <pc:sldMkLst>
          <pc:docMk/>
          <pc:sldMk cId="437650151" sldId="268"/>
        </pc:sldMkLst>
      </pc:sldChg>
      <pc:sldChg chg="delSp modSp mod">
        <pc:chgData name="Sourove Roy" userId="1a2e413957d35054" providerId="LiveId" clId="{81FAA9FE-2394-4171-B073-E4030FFB4C24}" dt="2023-12-08T14:47:56.722" v="598" actId="1076"/>
        <pc:sldMkLst>
          <pc:docMk/>
          <pc:sldMk cId="4058974777" sldId="269"/>
        </pc:sldMkLst>
        <pc:spChg chg="mod">
          <ac:chgData name="Sourove Roy" userId="1a2e413957d35054" providerId="LiveId" clId="{81FAA9FE-2394-4171-B073-E4030FFB4C24}" dt="2023-12-08T14:47:54.066" v="597" actId="1076"/>
          <ac:spMkLst>
            <pc:docMk/>
            <pc:sldMk cId="4058974777" sldId="269"/>
            <ac:spMk id="2" creationId="{00000000-0000-0000-0000-000000000000}"/>
          </ac:spMkLst>
        </pc:spChg>
        <pc:spChg chg="mod">
          <ac:chgData name="Sourove Roy" userId="1a2e413957d35054" providerId="LiveId" clId="{81FAA9FE-2394-4171-B073-E4030FFB4C24}" dt="2023-12-08T14:47:56.722" v="598" actId="1076"/>
          <ac:spMkLst>
            <pc:docMk/>
            <pc:sldMk cId="4058974777" sldId="269"/>
            <ac:spMk id="3" creationId="{00000000-0000-0000-0000-000000000000}"/>
          </ac:spMkLst>
        </pc:spChg>
        <pc:spChg chg="del">
          <ac:chgData name="Sourove Roy" userId="1a2e413957d35054" providerId="LiveId" clId="{81FAA9FE-2394-4171-B073-E4030FFB4C24}" dt="2023-12-08T14:46:24.265" v="593" actId="478"/>
          <ac:spMkLst>
            <pc:docMk/>
            <pc:sldMk cId="4058974777" sldId="269"/>
            <ac:spMk id="6" creationId="{00000000-0000-0000-0000-000000000000}"/>
          </ac:spMkLst>
        </pc:spChg>
      </pc:sldChg>
      <pc:sldChg chg="delSp modSp mod">
        <pc:chgData name="Sourove Roy" userId="1a2e413957d35054" providerId="LiveId" clId="{81FAA9FE-2394-4171-B073-E4030FFB4C24}" dt="2023-12-08T14:04:06.281" v="184" actId="1076"/>
        <pc:sldMkLst>
          <pc:docMk/>
          <pc:sldMk cId="3955652257" sldId="270"/>
        </pc:sldMkLst>
        <pc:spChg chg="mod">
          <ac:chgData name="Sourove Roy" userId="1a2e413957d35054" providerId="LiveId" clId="{81FAA9FE-2394-4171-B073-E4030FFB4C24}" dt="2023-12-08T14:04:06.281" v="184" actId="1076"/>
          <ac:spMkLst>
            <pc:docMk/>
            <pc:sldMk cId="3955652257" sldId="270"/>
            <ac:spMk id="5" creationId="{00000000-0000-0000-0000-000000000000}"/>
          </ac:spMkLst>
        </pc:spChg>
        <pc:spChg chg="del">
          <ac:chgData name="Sourove Roy" userId="1a2e413957d35054" providerId="LiveId" clId="{81FAA9FE-2394-4171-B073-E4030FFB4C24}" dt="2023-12-08T14:00:34.220" v="114" actId="478"/>
          <ac:spMkLst>
            <pc:docMk/>
            <pc:sldMk cId="3955652257" sldId="270"/>
            <ac:spMk id="6" creationId="{00000000-0000-0000-0000-000000000000}"/>
          </ac:spMkLst>
        </pc:spChg>
      </pc:sldChg>
      <pc:sldChg chg="del">
        <pc:chgData name="Sourove Roy" userId="1a2e413957d35054" providerId="LiveId" clId="{81FAA9FE-2394-4171-B073-E4030FFB4C24}" dt="2023-12-08T14:15:46.121" v="373" actId="47"/>
        <pc:sldMkLst>
          <pc:docMk/>
          <pc:sldMk cId="563264643" sldId="271"/>
        </pc:sldMkLst>
      </pc:sldChg>
      <pc:sldChg chg="addSp delSp modSp mod">
        <pc:chgData name="Sourove Roy" userId="1a2e413957d35054" providerId="LiveId" clId="{81FAA9FE-2394-4171-B073-E4030FFB4C24}" dt="2023-12-08T14:14:52.270" v="368" actId="1076"/>
        <pc:sldMkLst>
          <pc:docMk/>
          <pc:sldMk cId="1632914041" sldId="272"/>
        </pc:sldMkLst>
        <pc:spChg chg="del mod">
          <ac:chgData name="Sourove Roy" userId="1a2e413957d35054" providerId="LiveId" clId="{81FAA9FE-2394-4171-B073-E4030FFB4C24}" dt="2023-12-08T14:12:07.881" v="354" actId="478"/>
          <ac:spMkLst>
            <pc:docMk/>
            <pc:sldMk cId="1632914041" sldId="272"/>
            <ac:spMk id="4" creationId="{00000000-0000-0000-0000-000000000000}"/>
          </ac:spMkLst>
        </pc:spChg>
        <pc:spChg chg="del">
          <ac:chgData name="Sourove Roy" userId="1a2e413957d35054" providerId="LiveId" clId="{81FAA9FE-2394-4171-B073-E4030FFB4C24}" dt="2023-12-08T14:12:10.875" v="356" actId="478"/>
          <ac:spMkLst>
            <pc:docMk/>
            <pc:sldMk cId="1632914041" sldId="272"/>
            <ac:spMk id="7" creationId="{00000000-0000-0000-0000-000000000000}"/>
          </ac:spMkLst>
        </pc:spChg>
        <pc:spChg chg="del">
          <ac:chgData name="Sourove Roy" userId="1a2e413957d35054" providerId="LiveId" clId="{81FAA9FE-2394-4171-B073-E4030FFB4C24}" dt="2023-12-08T14:12:12.669" v="357" actId="478"/>
          <ac:spMkLst>
            <pc:docMk/>
            <pc:sldMk cId="1632914041" sldId="272"/>
            <ac:spMk id="8" creationId="{00000000-0000-0000-0000-000000000000}"/>
          </ac:spMkLst>
        </pc:spChg>
        <pc:spChg chg="del">
          <ac:chgData name="Sourove Roy" userId="1a2e413957d35054" providerId="LiveId" clId="{81FAA9FE-2394-4171-B073-E4030FFB4C24}" dt="2023-12-08T14:11:59.985" v="349" actId="478"/>
          <ac:spMkLst>
            <pc:docMk/>
            <pc:sldMk cId="1632914041" sldId="272"/>
            <ac:spMk id="9" creationId="{00000000-0000-0000-0000-000000000000}"/>
          </ac:spMkLst>
        </pc:spChg>
        <pc:spChg chg="del">
          <ac:chgData name="Sourove Roy" userId="1a2e413957d35054" providerId="LiveId" clId="{81FAA9FE-2394-4171-B073-E4030FFB4C24}" dt="2023-12-08T14:12:09.261" v="355" actId="478"/>
          <ac:spMkLst>
            <pc:docMk/>
            <pc:sldMk cId="1632914041" sldId="272"/>
            <ac:spMk id="10" creationId="{00000000-0000-0000-0000-000000000000}"/>
          </ac:spMkLst>
        </pc:spChg>
        <pc:spChg chg="del">
          <ac:chgData name="Sourove Roy" userId="1a2e413957d35054" providerId="LiveId" clId="{81FAA9FE-2394-4171-B073-E4030FFB4C24}" dt="2023-12-08T14:12:02.204" v="350" actId="478"/>
          <ac:spMkLst>
            <pc:docMk/>
            <pc:sldMk cId="1632914041" sldId="272"/>
            <ac:spMk id="11" creationId="{00000000-0000-0000-0000-000000000000}"/>
          </ac:spMkLst>
        </pc:spChg>
        <pc:spChg chg="del">
          <ac:chgData name="Sourove Roy" userId="1a2e413957d35054" providerId="LiveId" clId="{81FAA9FE-2394-4171-B073-E4030FFB4C24}" dt="2023-12-08T14:12:13.588" v="358" actId="478"/>
          <ac:spMkLst>
            <pc:docMk/>
            <pc:sldMk cId="1632914041" sldId="272"/>
            <ac:spMk id="12" creationId="{00000000-0000-0000-0000-000000000000}"/>
          </ac:spMkLst>
        </pc:spChg>
        <pc:spChg chg="del">
          <ac:chgData name="Sourove Roy" userId="1a2e413957d35054" providerId="LiveId" clId="{81FAA9FE-2394-4171-B073-E4030FFB4C24}" dt="2023-12-08T14:11:59.985" v="349" actId="478"/>
          <ac:spMkLst>
            <pc:docMk/>
            <pc:sldMk cId="1632914041" sldId="272"/>
            <ac:spMk id="13" creationId="{00000000-0000-0000-0000-000000000000}"/>
          </ac:spMkLst>
        </pc:spChg>
        <pc:spChg chg="del">
          <ac:chgData name="Sourove Roy" userId="1a2e413957d35054" providerId="LiveId" clId="{81FAA9FE-2394-4171-B073-E4030FFB4C24}" dt="2023-12-08T14:11:59.985" v="349" actId="478"/>
          <ac:spMkLst>
            <pc:docMk/>
            <pc:sldMk cId="1632914041" sldId="272"/>
            <ac:spMk id="14" creationId="{00000000-0000-0000-0000-000000000000}"/>
          </ac:spMkLst>
        </pc:spChg>
        <pc:spChg chg="del">
          <ac:chgData name="Sourove Roy" userId="1a2e413957d35054" providerId="LiveId" clId="{81FAA9FE-2394-4171-B073-E4030FFB4C24}" dt="2023-12-08T14:11:59.985" v="349" actId="478"/>
          <ac:spMkLst>
            <pc:docMk/>
            <pc:sldMk cId="1632914041" sldId="272"/>
            <ac:spMk id="15" creationId="{00000000-0000-0000-0000-000000000000}"/>
          </ac:spMkLst>
        </pc:spChg>
        <pc:spChg chg="del">
          <ac:chgData name="Sourove Roy" userId="1a2e413957d35054" providerId="LiveId" clId="{81FAA9FE-2394-4171-B073-E4030FFB4C24}" dt="2023-12-08T14:11:59.985" v="349" actId="478"/>
          <ac:spMkLst>
            <pc:docMk/>
            <pc:sldMk cId="1632914041" sldId="272"/>
            <ac:spMk id="16" creationId="{00000000-0000-0000-0000-000000000000}"/>
          </ac:spMkLst>
        </pc:spChg>
        <pc:spChg chg="del">
          <ac:chgData name="Sourove Roy" userId="1a2e413957d35054" providerId="LiveId" clId="{81FAA9FE-2394-4171-B073-E4030FFB4C24}" dt="2023-12-08T14:12:03.080" v="351" actId="478"/>
          <ac:spMkLst>
            <pc:docMk/>
            <pc:sldMk cId="1632914041" sldId="272"/>
            <ac:spMk id="18" creationId="{00000000-0000-0000-0000-000000000000}"/>
          </ac:spMkLst>
        </pc:spChg>
        <pc:spChg chg="del">
          <ac:chgData name="Sourove Roy" userId="1a2e413957d35054" providerId="LiveId" clId="{81FAA9FE-2394-4171-B073-E4030FFB4C24}" dt="2023-12-08T14:12:04.787" v="352" actId="478"/>
          <ac:spMkLst>
            <pc:docMk/>
            <pc:sldMk cId="1632914041" sldId="272"/>
            <ac:spMk id="48" creationId="{00000000-0000-0000-0000-000000000000}"/>
          </ac:spMkLst>
        </pc:spChg>
        <pc:picChg chg="add del mod">
          <ac:chgData name="Sourove Roy" userId="1a2e413957d35054" providerId="LiveId" clId="{81FAA9FE-2394-4171-B073-E4030FFB4C24}" dt="2023-12-08T14:13:39.691" v="364" actId="478"/>
          <ac:picMkLst>
            <pc:docMk/>
            <pc:sldMk cId="1632914041" sldId="272"/>
            <ac:picMk id="3" creationId="{37575DB9-5CCA-4277-92D1-C14ECFC4F2F1}"/>
          </ac:picMkLst>
        </pc:picChg>
        <pc:picChg chg="add mod">
          <ac:chgData name="Sourove Roy" userId="1a2e413957d35054" providerId="LiveId" clId="{81FAA9FE-2394-4171-B073-E4030FFB4C24}" dt="2023-12-08T14:14:52.270" v="368" actId="1076"/>
          <ac:picMkLst>
            <pc:docMk/>
            <pc:sldMk cId="1632914041" sldId="272"/>
            <ac:picMk id="6" creationId="{36185714-F171-413D-969B-C221BA55607F}"/>
          </ac:picMkLst>
        </pc:picChg>
        <pc:cxnChg chg="del">
          <ac:chgData name="Sourove Roy" userId="1a2e413957d35054" providerId="LiveId" clId="{81FAA9FE-2394-4171-B073-E4030FFB4C24}" dt="2023-12-08T14:11:59.985" v="349" actId="478"/>
          <ac:cxnSpMkLst>
            <pc:docMk/>
            <pc:sldMk cId="1632914041" sldId="272"/>
            <ac:cxnSpMk id="19" creationId="{00000000-0000-0000-0000-000000000000}"/>
          </ac:cxnSpMkLst>
        </pc:cxnChg>
        <pc:cxnChg chg="del mod">
          <ac:chgData name="Sourove Roy" userId="1a2e413957d35054" providerId="LiveId" clId="{81FAA9FE-2394-4171-B073-E4030FFB4C24}" dt="2023-12-08T14:11:59.985" v="349" actId="478"/>
          <ac:cxnSpMkLst>
            <pc:docMk/>
            <pc:sldMk cId="1632914041" sldId="272"/>
            <ac:cxnSpMk id="21" creationId="{00000000-0000-0000-0000-000000000000}"/>
          </ac:cxnSpMkLst>
        </pc:cxnChg>
        <pc:cxnChg chg="del">
          <ac:chgData name="Sourove Roy" userId="1a2e413957d35054" providerId="LiveId" clId="{81FAA9FE-2394-4171-B073-E4030FFB4C24}" dt="2023-12-08T14:11:59.985" v="349" actId="478"/>
          <ac:cxnSpMkLst>
            <pc:docMk/>
            <pc:sldMk cId="1632914041" sldId="272"/>
            <ac:cxnSpMk id="22" creationId="{00000000-0000-0000-0000-000000000000}"/>
          </ac:cxnSpMkLst>
        </pc:cxnChg>
        <pc:cxnChg chg="del">
          <ac:chgData name="Sourove Roy" userId="1a2e413957d35054" providerId="LiveId" clId="{81FAA9FE-2394-4171-B073-E4030FFB4C24}" dt="2023-12-08T14:11:59.985" v="349" actId="478"/>
          <ac:cxnSpMkLst>
            <pc:docMk/>
            <pc:sldMk cId="1632914041" sldId="272"/>
            <ac:cxnSpMk id="23" creationId="{00000000-0000-0000-0000-000000000000}"/>
          </ac:cxnSpMkLst>
        </pc:cxnChg>
        <pc:cxnChg chg="del mod">
          <ac:chgData name="Sourove Roy" userId="1a2e413957d35054" providerId="LiveId" clId="{81FAA9FE-2394-4171-B073-E4030FFB4C24}" dt="2023-12-08T14:11:59.985" v="349" actId="478"/>
          <ac:cxnSpMkLst>
            <pc:docMk/>
            <pc:sldMk cId="1632914041" sldId="272"/>
            <ac:cxnSpMk id="30" creationId="{00000000-0000-0000-0000-000000000000}"/>
          </ac:cxnSpMkLst>
        </pc:cxnChg>
        <pc:cxnChg chg="del mod">
          <ac:chgData name="Sourove Roy" userId="1a2e413957d35054" providerId="LiveId" clId="{81FAA9FE-2394-4171-B073-E4030FFB4C24}" dt="2023-12-08T14:11:59.985" v="349" actId="478"/>
          <ac:cxnSpMkLst>
            <pc:docMk/>
            <pc:sldMk cId="1632914041" sldId="272"/>
            <ac:cxnSpMk id="31" creationId="{00000000-0000-0000-0000-000000000000}"/>
          </ac:cxnSpMkLst>
        </pc:cxnChg>
        <pc:cxnChg chg="del mod">
          <ac:chgData name="Sourove Roy" userId="1a2e413957d35054" providerId="LiveId" clId="{81FAA9FE-2394-4171-B073-E4030FFB4C24}" dt="2023-12-08T14:11:59.985" v="349" actId="478"/>
          <ac:cxnSpMkLst>
            <pc:docMk/>
            <pc:sldMk cId="1632914041" sldId="272"/>
            <ac:cxnSpMk id="32" creationId="{00000000-0000-0000-0000-000000000000}"/>
          </ac:cxnSpMkLst>
        </pc:cxnChg>
        <pc:cxnChg chg="del mod">
          <ac:chgData name="Sourove Roy" userId="1a2e413957d35054" providerId="LiveId" clId="{81FAA9FE-2394-4171-B073-E4030FFB4C24}" dt="2023-12-08T14:11:59.985" v="349" actId="478"/>
          <ac:cxnSpMkLst>
            <pc:docMk/>
            <pc:sldMk cId="1632914041" sldId="272"/>
            <ac:cxnSpMk id="40" creationId="{00000000-0000-0000-0000-000000000000}"/>
          </ac:cxnSpMkLst>
        </pc:cxnChg>
        <pc:cxnChg chg="del mod">
          <ac:chgData name="Sourove Roy" userId="1a2e413957d35054" providerId="LiveId" clId="{81FAA9FE-2394-4171-B073-E4030FFB4C24}" dt="2023-12-08T14:11:59.985" v="349" actId="478"/>
          <ac:cxnSpMkLst>
            <pc:docMk/>
            <pc:sldMk cId="1632914041" sldId="272"/>
            <ac:cxnSpMk id="41" creationId="{00000000-0000-0000-0000-000000000000}"/>
          </ac:cxnSpMkLst>
        </pc:cxnChg>
      </pc:sldChg>
      <pc:sldChg chg="addSp delSp modSp mod">
        <pc:chgData name="Sourove Roy" userId="1a2e413957d35054" providerId="LiveId" clId="{81FAA9FE-2394-4171-B073-E4030FFB4C24}" dt="2023-12-08T14:18:14.053" v="393" actId="1076"/>
        <pc:sldMkLst>
          <pc:docMk/>
          <pc:sldMk cId="2774162111" sldId="274"/>
        </pc:sldMkLst>
        <pc:spChg chg="mod">
          <ac:chgData name="Sourove Roy" userId="1a2e413957d35054" providerId="LiveId" clId="{81FAA9FE-2394-4171-B073-E4030FFB4C24}" dt="2023-12-08T14:18:14.053" v="393" actId="1076"/>
          <ac:spMkLst>
            <pc:docMk/>
            <pc:sldMk cId="2774162111" sldId="274"/>
            <ac:spMk id="4" creationId="{00000000-0000-0000-0000-000000000000}"/>
          </ac:spMkLst>
        </pc:spChg>
        <pc:spChg chg="del">
          <ac:chgData name="Sourove Roy" userId="1a2e413957d35054" providerId="LiveId" clId="{81FAA9FE-2394-4171-B073-E4030FFB4C24}" dt="2023-12-08T14:16:05.031" v="375" actId="478"/>
          <ac:spMkLst>
            <pc:docMk/>
            <pc:sldMk cId="2774162111" sldId="274"/>
            <ac:spMk id="8" creationId="{00000000-0000-0000-0000-000000000000}"/>
          </ac:spMkLst>
        </pc:spChg>
        <pc:spChg chg="del">
          <ac:chgData name="Sourove Roy" userId="1a2e413957d35054" providerId="LiveId" clId="{81FAA9FE-2394-4171-B073-E4030FFB4C24}" dt="2023-12-08T14:16:24.021" v="388" actId="478"/>
          <ac:spMkLst>
            <pc:docMk/>
            <pc:sldMk cId="2774162111" sldId="274"/>
            <ac:spMk id="9" creationId="{00000000-0000-0000-0000-000000000000}"/>
          </ac:spMkLst>
        </pc:spChg>
        <pc:picChg chg="add mod">
          <ac:chgData name="Sourove Roy" userId="1a2e413957d35054" providerId="LiveId" clId="{81FAA9FE-2394-4171-B073-E4030FFB4C24}" dt="2023-12-08T14:18:10.826" v="392" actId="14100"/>
          <ac:picMkLst>
            <pc:docMk/>
            <pc:sldMk cId="2774162111" sldId="274"/>
            <ac:picMk id="3" creationId="{EC94542A-F052-4E81-A084-9347143C0CFB}"/>
          </ac:picMkLst>
        </pc:picChg>
        <pc:picChg chg="del">
          <ac:chgData name="Sourove Roy" userId="1a2e413957d35054" providerId="LiveId" clId="{81FAA9FE-2394-4171-B073-E4030FFB4C24}" dt="2023-12-08T14:16:25.722" v="389" actId="478"/>
          <ac:picMkLst>
            <pc:docMk/>
            <pc:sldMk cId="2774162111" sldId="274"/>
            <ac:picMk id="5" creationId="{00000000-0000-0000-0000-000000000000}"/>
          </ac:picMkLst>
        </pc:picChg>
      </pc:sldChg>
      <pc:sldChg chg="addSp delSp modSp mod">
        <pc:chgData name="Sourove Roy" userId="1a2e413957d35054" providerId="LiveId" clId="{81FAA9FE-2394-4171-B073-E4030FFB4C24}" dt="2023-12-08T14:24:45.325" v="474" actId="14100"/>
        <pc:sldMkLst>
          <pc:docMk/>
          <pc:sldMk cId="992326068" sldId="275"/>
        </pc:sldMkLst>
        <pc:spChg chg="mod">
          <ac:chgData name="Sourove Roy" userId="1a2e413957d35054" providerId="LiveId" clId="{81FAA9FE-2394-4171-B073-E4030FFB4C24}" dt="2023-12-08T14:23:15.905" v="463" actId="1035"/>
          <ac:spMkLst>
            <pc:docMk/>
            <pc:sldMk cId="992326068" sldId="275"/>
            <ac:spMk id="5" creationId="{00000000-0000-0000-0000-000000000000}"/>
          </ac:spMkLst>
        </pc:spChg>
        <pc:spChg chg="del">
          <ac:chgData name="Sourove Roy" userId="1a2e413957d35054" providerId="LiveId" clId="{81FAA9FE-2394-4171-B073-E4030FFB4C24}" dt="2023-12-08T14:20:34.890" v="445" actId="478"/>
          <ac:spMkLst>
            <pc:docMk/>
            <pc:sldMk cId="992326068" sldId="275"/>
            <ac:spMk id="6" creationId="{00000000-0000-0000-0000-000000000000}"/>
          </ac:spMkLst>
        </pc:spChg>
        <pc:spChg chg="del">
          <ac:chgData name="Sourove Roy" userId="1a2e413957d35054" providerId="LiveId" clId="{81FAA9FE-2394-4171-B073-E4030FFB4C24}" dt="2023-12-08T14:20:41.591" v="448" actId="478"/>
          <ac:spMkLst>
            <pc:docMk/>
            <pc:sldMk cId="992326068" sldId="275"/>
            <ac:spMk id="7" creationId="{00000000-0000-0000-0000-000000000000}"/>
          </ac:spMkLst>
        </pc:spChg>
        <pc:picChg chg="add mod">
          <ac:chgData name="Sourove Roy" userId="1a2e413957d35054" providerId="LiveId" clId="{81FAA9FE-2394-4171-B073-E4030FFB4C24}" dt="2023-12-08T14:24:45.325" v="474" actId="14100"/>
          <ac:picMkLst>
            <pc:docMk/>
            <pc:sldMk cId="992326068" sldId="275"/>
            <ac:picMk id="3" creationId="{EC3A0383-94DE-443E-A48F-1EDA60B47842}"/>
          </ac:picMkLst>
        </pc:picChg>
        <pc:picChg chg="del">
          <ac:chgData name="Sourove Roy" userId="1a2e413957d35054" providerId="LiveId" clId="{81FAA9FE-2394-4171-B073-E4030FFB4C24}" dt="2023-12-08T14:20:40.170" v="447" actId="478"/>
          <ac:picMkLst>
            <pc:docMk/>
            <pc:sldMk cId="992326068" sldId="275"/>
            <ac:picMk id="4" creationId="{00000000-0000-0000-0000-000000000000}"/>
          </ac:picMkLst>
        </pc:picChg>
      </pc:sldChg>
      <pc:sldChg chg="addSp delSp modSp mod">
        <pc:chgData name="Sourove Roy" userId="1a2e413957d35054" providerId="LiveId" clId="{81FAA9FE-2394-4171-B073-E4030FFB4C24}" dt="2023-12-08T14:39:34.487" v="516" actId="14100"/>
        <pc:sldMkLst>
          <pc:docMk/>
          <pc:sldMk cId="2351317924" sldId="276"/>
        </pc:sldMkLst>
        <pc:spChg chg="mod">
          <ac:chgData name="Sourove Roy" userId="1a2e413957d35054" providerId="LiveId" clId="{81FAA9FE-2394-4171-B073-E4030FFB4C24}" dt="2023-12-08T14:33:27.985" v="489" actId="1076"/>
          <ac:spMkLst>
            <pc:docMk/>
            <pc:sldMk cId="2351317924" sldId="276"/>
            <ac:spMk id="4" creationId="{00000000-0000-0000-0000-000000000000}"/>
          </ac:spMkLst>
        </pc:spChg>
        <pc:spChg chg="add del">
          <ac:chgData name="Sourove Roy" userId="1a2e413957d35054" providerId="LiveId" clId="{81FAA9FE-2394-4171-B073-E4030FFB4C24}" dt="2023-12-08T14:33:24.185" v="488" actId="478"/>
          <ac:spMkLst>
            <pc:docMk/>
            <pc:sldMk cId="2351317924" sldId="276"/>
            <ac:spMk id="7" creationId="{00000000-0000-0000-0000-000000000000}"/>
          </ac:spMkLst>
        </pc:spChg>
        <pc:spChg chg="add del">
          <ac:chgData name="Sourove Roy" userId="1a2e413957d35054" providerId="LiveId" clId="{81FAA9FE-2394-4171-B073-E4030FFB4C24}" dt="2023-12-08T14:33:22.529" v="487" actId="478"/>
          <ac:spMkLst>
            <pc:docMk/>
            <pc:sldMk cId="2351317924" sldId="276"/>
            <ac:spMk id="9" creationId="{00000000-0000-0000-0000-000000000000}"/>
          </ac:spMkLst>
        </pc:spChg>
        <pc:picChg chg="add mod">
          <ac:chgData name="Sourove Roy" userId="1a2e413957d35054" providerId="LiveId" clId="{81FAA9FE-2394-4171-B073-E4030FFB4C24}" dt="2023-12-08T14:39:34.487" v="516" actId="14100"/>
          <ac:picMkLst>
            <pc:docMk/>
            <pc:sldMk cId="2351317924" sldId="276"/>
            <ac:picMk id="3" creationId="{1FD36D47-F3B0-490A-941A-8D83F3DB2384}"/>
          </ac:picMkLst>
        </pc:picChg>
        <pc:picChg chg="add del">
          <ac:chgData name="Sourove Roy" userId="1a2e413957d35054" providerId="LiveId" clId="{81FAA9FE-2394-4171-B073-E4030FFB4C24}" dt="2023-12-08T14:33:19.334" v="486" actId="478"/>
          <ac:picMkLst>
            <pc:docMk/>
            <pc:sldMk cId="2351317924" sldId="276"/>
            <ac:picMk id="6" creationId="{00000000-0000-0000-0000-000000000000}"/>
          </ac:picMkLst>
        </pc:picChg>
      </pc:sldChg>
      <pc:sldChg chg="addSp delSp modSp mod">
        <pc:chgData name="Sourove Roy" userId="1a2e413957d35054" providerId="LiveId" clId="{81FAA9FE-2394-4171-B073-E4030FFB4C24}" dt="2023-12-08T14:34:25.072" v="505" actId="1038"/>
        <pc:sldMkLst>
          <pc:docMk/>
          <pc:sldMk cId="335986592" sldId="277"/>
        </pc:sldMkLst>
        <pc:spChg chg="del">
          <ac:chgData name="Sourove Roy" userId="1a2e413957d35054" providerId="LiveId" clId="{81FAA9FE-2394-4171-B073-E4030FFB4C24}" dt="2023-12-08T14:25:14.507" v="476" actId="478"/>
          <ac:spMkLst>
            <pc:docMk/>
            <pc:sldMk cId="335986592" sldId="277"/>
            <ac:spMk id="2" creationId="{00000000-0000-0000-0000-000000000000}"/>
          </ac:spMkLst>
        </pc:spChg>
        <pc:spChg chg="mod">
          <ac:chgData name="Sourove Roy" userId="1a2e413957d35054" providerId="LiveId" clId="{81FAA9FE-2394-4171-B073-E4030FFB4C24}" dt="2023-12-08T14:25:18.777" v="478" actId="1076"/>
          <ac:spMkLst>
            <pc:docMk/>
            <pc:sldMk cId="335986592" sldId="277"/>
            <ac:spMk id="5" creationId="{00000000-0000-0000-0000-000000000000}"/>
          </ac:spMkLst>
        </pc:spChg>
        <pc:picChg chg="del">
          <ac:chgData name="Sourove Roy" userId="1a2e413957d35054" providerId="LiveId" clId="{81FAA9FE-2394-4171-B073-E4030FFB4C24}" dt="2023-12-08T14:25:16.043" v="477" actId="478"/>
          <ac:picMkLst>
            <pc:docMk/>
            <pc:sldMk cId="335986592" sldId="277"/>
            <ac:picMk id="4" creationId="{00000000-0000-0000-0000-000000000000}"/>
          </ac:picMkLst>
        </pc:picChg>
        <pc:picChg chg="add mod">
          <ac:chgData name="Sourove Roy" userId="1a2e413957d35054" providerId="LiveId" clId="{81FAA9FE-2394-4171-B073-E4030FFB4C24}" dt="2023-12-08T14:34:25.072" v="505" actId="1038"/>
          <ac:picMkLst>
            <pc:docMk/>
            <pc:sldMk cId="335986592" sldId="277"/>
            <ac:picMk id="6" creationId="{7ED13D74-B6CF-4275-B9AF-858452232077}"/>
          </ac:picMkLst>
        </pc:picChg>
        <pc:picChg chg="add mod">
          <ac:chgData name="Sourove Roy" userId="1a2e413957d35054" providerId="LiveId" clId="{81FAA9FE-2394-4171-B073-E4030FFB4C24}" dt="2023-12-08T14:34:22.722" v="504" actId="1038"/>
          <ac:picMkLst>
            <pc:docMk/>
            <pc:sldMk cId="335986592" sldId="277"/>
            <ac:picMk id="8" creationId="{E2F36EE0-E50F-408B-B95B-AB635ECF8897}"/>
          </ac:picMkLst>
        </pc:picChg>
      </pc:sldChg>
      <pc:sldChg chg="del">
        <pc:chgData name="Sourove Roy" userId="1a2e413957d35054" providerId="LiveId" clId="{81FAA9FE-2394-4171-B073-E4030FFB4C24}" dt="2023-12-08T14:46:20.103" v="592" actId="47"/>
        <pc:sldMkLst>
          <pc:docMk/>
          <pc:sldMk cId="2335665141" sldId="278"/>
        </pc:sldMkLst>
      </pc:sldChg>
      <pc:sldChg chg="delSp modSp mod">
        <pc:chgData name="Sourove Roy" userId="1a2e413957d35054" providerId="LiveId" clId="{81FAA9FE-2394-4171-B073-E4030FFB4C24}" dt="2023-12-08T14:49:56.199" v="666" actId="1076"/>
        <pc:sldMkLst>
          <pc:docMk/>
          <pc:sldMk cId="1190286920" sldId="279"/>
        </pc:sldMkLst>
        <pc:spChg chg="del">
          <ac:chgData name="Sourove Roy" userId="1a2e413957d35054" providerId="LiveId" clId="{81FAA9FE-2394-4171-B073-E4030FFB4C24}" dt="2023-12-08T13:55:49.733" v="96" actId="478"/>
          <ac:spMkLst>
            <pc:docMk/>
            <pc:sldMk cId="1190286920" sldId="279"/>
            <ac:spMk id="2" creationId="{00000000-0000-0000-0000-000000000000}"/>
          </ac:spMkLst>
        </pc:spChg>
        <pc:spChg chg="mod">
          <ac:chgData name="Sourove Roy" userId="1a2e413957d35054" providerId="LiveId" clId="{81FAA9FE-2394-4171-B073-E4030FFB4C24}" dt="2023-12-08T14:49:56.199" v="666" actId="1076"/>
          <ac:spMkLst>
            <pc:docMk/>
            <pc:sldMk cId="1190286920" sldId="279"/>
            <ac:spMk id="6" creationId="{00000000-0000-0000-0000-000000000000}"/>
          </ac:spMkLst>
        </pc:spChg>
      </pc:sldChg>
      <pc:sldChg chg="new del">
        <pc:chgData name="Sourove Roy" userId="1a2e413957d35054" providerId="LiveId" clId="{81FAA9FE-2394-4171-B073-E4030FFB4C24}" dt="2023-12-08T14:33:16.278" v="485" actId="47"/>
        <pc:sldMkLst>
          <pc:docMk/>
          <pc:sldMk cId="3087244782" sldId="28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7E9424-BC5B-4BC5-9C24-415B21F68EF9}" type="datetimeFigureOut">
              <a:rPr lang="en-US" smtClean="0"/>
              <a:t>12/24/2023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115FAF-88B5-4546-9110-D80E5FCD9C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8433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115FAF-88B5-4546-9110-D80E5FCD9C5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1419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115FAF-88B5-4546-9110-D80E5FCD9C5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3362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B73FF-37A5-430A-9DF5-F0D2C77BCF94}" type="datetimeFigureOut">
              <a:rPr lang="en-US" smtClean="0"/>
              <a:t>12/24/2023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1F9E6-658D-4DFF-A2A2-2E0F461E3F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083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B73FF-37A5-430A-9DF5-F0D2C77BCF94}" type="datetimeFigureOut">
              <a:rPr lang="en-US" smtClean="0"/>
              <a:t>12/24/2023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1F9E6-658D-4DFF-A2A2-2E0F461E3F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07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B73FF-37A5-430A-9DF5-F0D2C77BCF94}" type="datetimeFigureOut">
              <a:rPr lang="en-US" smtClean="0"/>
              <a:t>12/24/2023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1F9E6-658D-4DFF-A2A2-2E0F461E3F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1739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B73FF-37A5-430A-9DF5-F0D2C77BCF94}" type="datetimeFigureOut">
              <a:rPr lang="en-US" smtClean="0"/>
              <a:t>12/24/2023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1F9E6-658D-4DFF-A2A2-2E0F461E3F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937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B73FF-37A5-430A-9DF5-F0D2C77BCF94}" type="datetimeFigureOut">
              <a:rPr lang="en-US" smtClean="0"/>
              <a:t>12/24/2023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1F9E6-658D-4DFF-A2A2-2E0F461E3F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54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B73FF-37A5-430A-9DF5-F0D2C77BCF94}" type="datetimeFigureOut">
              <a:rPr lang="en-US" smtClean="0"/>
              <a:t>12/24/2023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1F9E6-658D-4DFF-A2A2-2E0F461E3F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880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B73FF-37A5-430A-9DF5-F0D2C77BCF94}" type="datetimeFigureOut">
              <a:rPr lang="en-US" smtClean="0"/>
              <a:t>12/24/2023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1F9E6-658D-4DFF-A2A2-2E0F461E3F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0846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B73FF-37A5-430A-9DF5-F0D2C77BCF94}" type="datetimeFigureOut">
              <a:rPr lang="en-US" smtClean="0"/>
              <a:t>12/24/2023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1F9E6-658D-4DFF-A2A2-2E0F461E3F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1194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B73FF-37A5-430A-9DF5-F0D2C77BCF94}" type="datetimeFigureOut">
              <a:rPr lang="en-US" smtClean="0"/>
              <a:t>12/24/2023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1F9E6-658D-4DFF-A2A2-2E0F461E3F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37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B73FF-37A5-430A-9DF5-F0D2C77BCF94}" type="datetimeFigureOut">
              <a:rPr lang="en-US" smtClean="0"/>
              <a:t>12/24/2023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1F9E6-658D-4DFF-A2A2-2E0F461E3F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559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B73FF-37A5-430A-9DF5-F0D2C77BCF94}" type="datetimeFigureOut">
              <a:rPr lang="en-US" smtClean="0"/>
              <a:t>12/24/2023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1F9E6-658D-4DFF-A2A2-2E0F461E3F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8704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2B73FF-37A5-430A-9DF5-F0D2C77BCF94}" type="datetimeFigureOut">
              <a:rPr lang="en-US" smtClean="0"/>
              <a:t>12/24/2023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31F9E6-658D-4DFF-A2A2-2E0F461E3F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886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  <p:sldLayoutId id="2147483874" r:id="rId10"/>
    <p:sldLayoutId id="214748387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88131" y="685800"/>
            <a:ext cx="8382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Bangladesh Army University of Science and    Technology(BAUST), Saidpur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E2229C7D-878C-4377-BB7C-1E01199225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5200" y="1905000"/>
            <a:ext cx="1947862" cy="2003515"/>
          </a:xfrm>
          <a:prstGeom prst="rect">
            <a:avLst/>
          </a:prstGeom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xmlns="" id="{2DDBE09C-AE5F-4996-BB0F-C85462B791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7141" y="4186534"/>
            <a:ext cx="2088333" cy="442769"/>
          </a:xfrm>
        </p:spPr>
        <p:txBody>
          <a:bodyPr>
            <a:normAutofit lnSpcReduction="10000"/>
          </a:bodyPr>
          <a:lstStyle/>
          <a:p>
            <a:r>
              <a:rPr 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GROUP MATE</a:t>
            </a:r>
            <a:r>
              <a:rPr lang="en-US" sz="2400" b="1" dirty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864262A7-61C9-48A6-AC7F-D597EFADAB35}"/>
              </a:ext>
            </a:extLst>
          </p:cNvPr>
          <p:cNvSpPr txBox="1"/>
          <p:nvPr/>
        </p:nvSpPr>
        <p:spPr>
          <a:xfrm>
            <a:off x="5488521" y="4114800"/>
            <a:ext cx="23396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SUPERVISED BY</a:t>
            </a:r>
            <a:r>
              <a:rPr lang="en-US" sz="2400" dirty="0"/>
              <a:t>: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87141" y="4648200"/>
            <a:ext cx="394050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Anindya Halder (200101010)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Mst. Faujia Akter (200101035)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Most. Joiariya Zannath (200101065)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0" y="4619531"/>
            <a:ext cx="4038600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Fatema Tuz Zohra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Assistant professor</a:t>
            </a:r>
          </a:p>
          <a:p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Department of Computer </a:t>
            </a:r>
          </a:p>
          <a:p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Science and Engineering(CSE)</a:t>
            </a:r>
          </a:p>
          <a:p>
            <a:endParaRPr lang="en-US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xmlns="" id="{2DDBE09C-AE5F-4996-BB0F-C85462B7919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762000" cy="4427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6162500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76300" y="2057400"/>
            <a:ext cx="73914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i="0" dirty="0">
                <a:effectLst/>
                <a:latin typeface="Times New Roman" pitchFamily="18" charset="0"/>
                <a:cs typeface="Times New Roman" pitchFamily="18" charset="0"/>
              </a:rPr>
              <a:t>Bengali Word 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3200" b="1" i="0" dirty="0">
                <a:effectLst/>
                <a:latin typeface="Times New Roman" pitchFamily="18" charset="0"/>
                <a:cs typeface="Times New Roman" pitchFamily="18" charset="0"/>
              </a:rPr>
              <a:t>ssimilation </a:t>
            </a: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3200" b="1" i="0" dirty="0" smtClean="0">
                <a:effectLst/>
                <a:latin typeface="Times New Roman" pitchFamily="18" charset="0"/>
                <a:cs typeface="Times New Roman" pitchFamily="18" charset="0"/>
              </a:rPr>
              <a:t>ntegrating Using 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sz="3200" b="1" i="0" dirty="0">
                <a:effectLst/>
                <a:latin typeface="Times New Roman" pitchFamily="18" charset="0"/>
                <a:cs typeface="Times New Roman" pitchFamily="18" charset="0"/>
              </a:rPr>
              <a:t>eep 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3200" b="1" i="0" dirty="0">
                <a:effectLst/>
                <a:latin typeface="Times New Roman" pitchFamily="18" charset="0"/>
                <a:cs typeface="Times New Roman" pitchFamily="18" charset="0"/>
              </a:rPr>
              <a:t>earning Methods</a:t>
            </a:r>
            <a:endParaRPr lang="en-US" sz="3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xmlns="" id="{2DDBE09C-AE5F-4996-BB0F-C85462B7919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762000" cy="4427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079146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684577" y="119603"/>
            <a:ext cx="17748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Content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81200" y="2286000"/>
            <a:ext cx="184731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257300" y="914234"/>
            <a:ext cx="6629400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>
              <a:buFont typeface="+mj-lt"/>
              <a:buAutoNum type="arabicPeriod"/>
            </a:pPr>
            <a:r>
              <a:rPr lang="en-US" sz="2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Introduction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Literature Review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Problem Definition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Objective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Methodology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2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Flow Chart</a:t>
            </a:r>
            <a:endParaRPr lang="en-US" sz="22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en-US" sz="2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Tools and Technology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Dataset Description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Model implementation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2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Accuracy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2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Performance Comparison</a:t>
            </a:r>
            <a:endParaRPr lang="en-US" sz="22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en-US" sz="2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Result Analysis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Future work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Limitation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Conclusion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References</a:t>
            </a:r>
          </a:p>
        </p:txBody>
      </p:sp>
      <p:sp>
        <p:nvSpPr>
          <p:cNvPr id="2" name="Rectangle 1"/>
          <p:cNvSpPr/>
          <p:nvPr/>
        </p:nvSpPr>
        <p:spPr>
          <a:xfrm>
            <a:off x="3352800" y="6400800"/>
            <a:ext cx="61722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Bengali Word Assimilation Integrating Deep Learning Methods</a:t>
            </a:r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xmlns="" id="{2DDBE09C-AE5F-4996-BB0F-C85462B7919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762000" cy="4427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1902869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95600" y="612683"/>
            <a:ext cx="28748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0" y="1905000"/>
            <a:ext cx="77724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800" b="0" i="0" dirty="0">
                <a:effectLst/>
                <a:latin typeface="Times New Roman" pitchFamily="18" charset="0"/>
                <a:cs typeface="Times New Roman" panose="02020603050405020304" pitchFamily="18" charset="0"/>
              </a:rPr>
              <a:t>Natural language processing </a:t>
            </a:r>
          </a:p>
          <a:p>
            <a:pPr marL="342900" indent="-342900">
              <a:buAutoNum type="arabicPeriod"/>
            </a:pPr>
            <a:r>
              <a:rPr lang="en-US" sz="28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sz="28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lassify (</a:t>
            </a:r>
            <a:r>
              <a:rPr lang="en-US" sz="28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lang="en-US" sz="28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ext document)</a:t>
            </a:r>
          </a:p>
          <a:p>
            <a:pPr marL="342900" indent="-342900">
              <a:buAutoNum type="arabicPeriod"/>
            </a:pPr>
            <a:r>
              <a:rPr lang="en-US" sz="28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Deep Learning model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352800" y="6400800"/>
            <a:ext cx="61722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Bengali Word Assimilation Integrating Deep Learning Methods</a:t>
            </a:r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xmlns="" id="{2DDBE09C-AE5F-4996-BB0F-C85462B7919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762000" cy="4427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132876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10D81877-0D04-F791-E362-38D27DAC22AE}"/>
              </a:ext>
            </a:extLst>
          </p:cNvPr>
          <p:cNvSpPr txBox="1"/>
          <p:nvPr/>
        </p:nvSpPr>
        <p:spPr>
          <a:xfrm>
            <a:off x="2682059" y="304800"/>
            <a:ext cx="37798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Literature Review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60F9EC12-9A43-1279-AE63-D3B7506753E6}"/>
              </a:ext>
            </a:extLst>
          </p:cNvPr>
          <p:cNvSpPr txBox="1"/>
          <p:nvPr/>
        </p:nvSpPr>
        <p:spPr>
          <a:xfrm>
            <a:off x="609600" y="1084432"/>
            <a:ext cx="7620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An Innovative Approach of Bangla Text Summarization by Introducing Pronoun Replacement and Improved Sentence Ranking(2017)[1]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5F7D570D-DB0D-00EF-2D1A-364BFFCD6B52}"/>
              </a:ext>
            </a:extLst>
          </p:cNvPr>
          <p:cNvSpPr txBox="1"/>
          <p:nvPr/>
        </p:nvSpPr>
        <p:spPr>
          <a:xfrm>
            <a:off x="609600" y="1948934"/>
            <a:ext cx="80010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Proposed method: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MarKov chain model and Hidden Markov model</a:t>
            </a:r>
          </a:p>
          <a:p>
            <a:pPr algn="just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Result: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Precision 58%, Recall 51%, F1 Score 48%, Accuracy 61%</a:t>
            </a:r>
          </a:p>
          <a:p>
            <a:pPr algn="just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Limitation: 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Dataset have only 3400 Unicode text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352800" y="6400800"/>
            <a:ext cx="61722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Bengali Word Assimilation Integrating Deep Learning Methods</a:t>
            </a:r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xmlns="" id="{2DDBE09C-AE5F-4996-BB0F-C85462B7919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762000" cy="4427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8710952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10D81877-0D04-F791-E362-38D27DAC22AE}"/>
              </a:ext>
            </a:extLst>
          </p:cNvPr>
          <p:cNvSpPr txBox="1"/>
          <p:nvPr/>
        </p:nvSpPr>
        <p:spPr>
          <a:xfrm>
            <a:off x="1624077" y="384751"/>
            <a:ext cx="58958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Literature Review(Contd.…)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60F9EC12-9A43-1279-AE63-D3B7506753E6}"/>
              </a:ext>
            </a:extLst>
          </p:cNvPr>
          <p:cNvSpPr txBox="1"/>
          <p:nvPr/>
        </p:nvSpPr>
        <p:spPr>
          <a:xfrm>
            <a:off x="1828800" y="1224884"/>
            <a:ext cx="582563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Social Networks to Detect Malicious 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Bangla Text Content.[2]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5F7D570D-DB0D-00EF-2D1A-364BFFCD6B52}"/>
              </a:ext>
            </a:extLst>
          </p:cNvPr>
          <p:cNvSpPr txBox="1"/>
          <p:nvPr/>
        </p:nvSpPr>
        <p:spPr>
          <a:xfrm>
            <a:off x="609600" y="1948934"/>
            <a:ext cx="80010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Proposed method:</a:t>
            </a:r>
          </a:p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 dataset has formatted into 2 columns: Text &amp; Status.</a:t>
            </a:r>
            <a:r>
              <a:rPr lang="en-US" sz="2400" b="0" i="0" dirty="0">
                <a:solidFill>
                  <a:srgbClr val="1E293B"/>
                </a:solidFill>
                <a:effectLst/>
                <a:latin typeface="-apple-system"/>
              </a:rPr>
              <a:t>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Consists of 1965 instances including 646 spam and 1319 non spam instances.</a:t>
            </a:r>
          </a:p>
          <a:p>
            <a:pPr algn="just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Result: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Naïve Bayes: 82.44%</a:t>
            </a:r>
          </a:p>
          <a:p>
            <a:pPr algn="just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Limitation: 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Potential for increased accuracy through combined classifications.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New area for spam analysis of Bangla texts.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352800" y="6400800"/>
            <a:ext cx="61722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Bengali Word Assimilation Integrating Deep Learning Methods</a:t>
            </a:r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xmlns="" id="{2DDBE09C-AE5F-4996-BB0F-C85462B79191}"/>
              </a:ext>
            </a:extLst>
          </p:cNvPr>
          <p:cNvSpPr txBox="1">
            <a:spLocks/>
          </p:cNvSpPr>
          <p:nvPr/>
        </p:nvSpPr>
        <p:spPr>
          <a:xfrm>
            <a:off x="0" y="14431"/>
            <a:ext cx="762000" cy="4427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8710952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80EBF98B-5EB9-022C-85B1-B3EEAFFB8853}"/>
              </a:ext>
            </a:extLst>
          </p:cNvPr>
          <p:cNvSpPr txBox="1"/>
          <p:nvPr/>
        </p:nvSpPr>
        <p:spPr>
          <a:xfrm>
            <a:off x="1981200" y="434566"/>
            <a:ext cx="58958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Literature Review(Contd.…)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420C9F0F-70C2-97CE-AD80-322A19365B92}"/>
              </a:ext>
            </a:extLst>
          </p:cNvPr>
          <p:cNvSpPr txBox="1"/>
          <p:nvPr/>
        </p:nvSpPr>
        <p:spPr>
          <a:xfrm>
            <a:off x="762000" y="1295400"/>
            <a:ext cx="718658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Empirical Study of Online News Classification Using </a:t>
            </a:r>
          </a:p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                 Machine Learning Approaches.[3]</a:t>
            </a:r>
          </a:p>
          <a:p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28EBD9AF-1EBE-E61A-074F-2A7CF6D50A8F}"/>
              </a:ext>
            </a:extLst>
          </p:cNvPr>
          <p:cNvSpPr txBox="1"/>
          <p:nvPr/>
        </p:nvSpPr>
        <p:spPr>
          <a:xfrm>
            <a:off x="762000" y="2141637"/>
            <a:ext cx="777239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Proposed method: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Divided into 8 categories: Social, World News, Current, Events, Sport, Economics, Entertainment, Art, Politics.</a:t>
            </a:r>
          </a:p>
          <a:p>
            <a:pPr algn="just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Result: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400" dirty="0"/>
              <a:t>Naïve Bayes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72%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SVM: 74%</a:t>
            </a:r>
          </a:p>
          <a:p>
            <a:pPr algn="just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Limitation: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Limited resource 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352800" y="6400800"/>
            <a:ext cx="61722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Bengali Word Assimilation Integrating Deep Learning Methods</a:t>
            </a:r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xmlns="" id="{2DDBE09C-AE5F-4996-BB0F-C85462B7919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762000" cy="4427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1249415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37FCFE57-8272-5833-F87C-7619FA3B9B85}"/>
              </a:ext>
            </a:extLst>
          </p:cNvPr>
          <p:cNvSpPr txBox="1"/>
          <p:nvPr/>
        </p:nvSpPr>
        <p:spPr>
          <a:xfrm>
            <a:off x="2053294" y="457199"/>
            <a:ext cx="57804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Literature Review(Contd…)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54BB0187-F8C0-D0DE-8FB6-0DB0EA04E97B}"/>
              </a:ext>
            </a:extLst>
          </p:cNvPr>
          <p:cNvSpPr txBox="1"/>
          <p:nvPr/>
        </p:nvSpPr>
        <p:spPr>
          <a:xfrm>
            <a:off x="978708" y="1295400"/>
            <a:ext cx="6822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Text Summarizer for Bangla Document.[3]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267CBE09-0BB0-65C1-C81C-A78B6EC8C76F}"/>
              </a:ext>
            </a:extLst>
          </p:cNvPr>
          <p:cNvSpPr txBox="1"/>
          <p:nvPr/>
        </p:nvSpPr>
        <p:spPr>
          <a:xfrm>
            <a:off x="838200" y="1757065"/>
            <a:ext cx="778429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Proposed method: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Divided into 4 category: Accident, Economics, Entertainment, Politics. 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Result: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performs with an average of 0.77% Recall Score,0.57 %Precision Score, and 0.64% F-measure Score. </a:t>
            </a:r>
          </a:p>
          <a:p>
            <a:pPr algn="just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Limitation: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Used small dataset.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Benchmark dataset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352800" y="6443246"/>
            <a:ext cx="61722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Bengali Word Assimilation Integrating Deep Learning Methods</a:t>
            </a:r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xmlns="" id="{2DDBE09C-AE5F-4996-BB0F-C85462B7919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762000" cy="4427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8544460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438400" y="457200"/>
            <a:ext cx="39594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Problem 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913823"/>
            <a:ext cx="5456878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Challenging to execute</a:t>
            </a:r>
          </a:p>
          <a:p>
            <a:pPr marL="514350" indent="-514350"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Difficulty in implementing</a:t>
            </a:r>
          </a:p>
          <a:p>
            <a:pPr marL="514350" indent="-514350"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Limited Dataset</a:t>
            </a:r>
          </a:p>
          <a:p>
            <a:pPr marL="514350" indent="-514350"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Difficulty to earn better accuracy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352800" y="6443246"/>
            <a:ext cx="61722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Bengali Word Assimilation Integrating Deep Learning Methods</a:t>
            </a:r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xmlns="" id="{2DDBE09C-AE5F-4996-BB0F-C85462B7919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762000" cy="4427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2411276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352799" y="457199"/>
            <a:ext cx="20826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Objective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600" y="1752600"/>
            <a:ext cx="7010400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Implementing deep learning algorithm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Classify the Bangla comments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Accurate Categorization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Advance the field of Bangla NLP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Analyzing public opinion and understanding user feedback in Bengali social media posts</a:t>
            </a:r>
          </a:p>
          <a:p>
            <a:endParaRPr lang="en-US" sz="2200" dirty="0"/>
          </a:p>
        </p:txBody>
      </p:sp>
      <p:sp>
        <p:nvSpPr>
          <p:cNvPr id="5" name="Rectangle 4"/>
          <p:cNvSpPr/>
          <p:nvPr/>
        </p:nvSpPr>
        <p:spPr>
          <a:xfrm>
            <a:off x="3352800" y="6443246"/>
            <a:ext cx="61722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Bengali Word Assimilation Integrating Deep Learning Methods</a:t>
            </a:r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xmlns="" id="{2DDBE09C-AE5F-4996-BB0F-C85462B7919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762000" cy="4427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0222394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/>
          <p:cNvSpPr txBox="1"/>
          <p:nvPr/>
        </p:nvSpPr>
        <p:spPr>
          <a:xfrm>
            <a:off x="3276600" y="191869"/>
            <a:ext cx="3733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Methodology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352800" y="6443246"/>
            <a:ext cx="61722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Bengali Word Assimilation Integrating Deep Learning Methods</a:t>
            </a:r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xmlns="" id="{2DDBE09C-AE5F-4996-BB0F-C85462B7919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762000" cy="4427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11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C652FEF3-965B-20E8-C5FE-587440235D9A}"/>
              </a:ext>
            </a:extLst>
          </p:cNvPr>
          <p:cNvSpPr txBox="1"/>
          <p:nvPr/>
        </p:nvSpPr>
        <p:spPr>
          <a:xfrm>
            <a:off x="3546719" y="5942082"/>
            <a:ext cx="2050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Fig-1: Methodology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99" y="914400"/>
            <a:ext cx="7924801" cy="50276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329140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80" y="990600"/>
            <a:ext cx="9144000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124200" y="221384"/>
            <a:ext cx="24545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Flow Chart</a:t>
            </a:r>
            <a:endParaRPr lang="en-US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352800" y="6443246"/>
            <a:ext cx="61722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Bengali Word Assimilation Integrating Deep Learning Methods</a:t>
            </a:r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xmlns="" id="{2DDBE09C-AE5F-4996-BB0F-C85462B7919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762000" cy="4427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12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86AB79F8-DE8E-297B-5D54-D72610F13890}"/>
              </a:ext>
            </a:extLst>
          </p:cNvPr>
          <p:cNvSpPr txBox="1"/>
          <p:nvPr/>
        </p:nvSpPr>
        <p:spPr>
          <a:xfrm>
            <a:off x="3233856" y="5392353"/>
            <a:ext cx="19094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Fig-2: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Flow Chart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62215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666999" y="381000"/>
            <a:ext cx="40670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Tools &amp; Technology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981200" y="1828800"/>
            <a:ext cx="3743332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Google Colaboratory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Google Drive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Deep learning tools</a:t>
            </a:r>
          </a:p>
          <a:p>
            <a:endParaRPr lang="en-US" sz="2800" dirty="0"/>
          </a:p>
          <a:p>
            <a:pPr marL="514350" indent="-514350">
              <a:buFont typeface="+mj-lt"/>
              <a:buAutoNum type="arabicPeriod"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514350" indent="-514350">
              <a:buFont typeface="+mj-lt"/>
              <a:buAutoNum type="arabicPeriod"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352800" y="6443246"/>
            <a:ext cx="61722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Bengali Word Assimilation Integrating Deep Learning Methods</a:t>
            </a:r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xmlns="" id="{2DDBE09C-AE5F-4996-BB0F-C85462B7919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762000" cy="4427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6417723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90800" y="304800"/>
            <a:ext cx="4516201" cy="762000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Dataset Description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401" y="1828800"/>
            <a:ext cx="6248400" cy="3581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38400" y="5486400"/>
            <a:ext cx="318946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Total data  16053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29589" y="1295400"/>
            <a:ext cx="24705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Dataset Snapshot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24600" y="1295399"/>
            <a:ext cx="25426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Dataset class level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34200" y="1894573"/>
            <a:ext cx="1651414" cy="29546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Religious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Insult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Threat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Vulgar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Hate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Troll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Normal</a:t>
            </a:r>
          </a:p>
          <a:p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3352800" y="6443246"/>
            <a:ext cx="61722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Bengali Word Assimilation Integrating Deep Learning Methods</a:t>
            </a:r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xmlns="" id="{2DDBE09C-AE5F-4996-BB0F-C85462B7919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762000" cy="4427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2469297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5068" y="1219199"/>
            <a:ext cx="6723531" cy="44958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828800" y="286434"/>
            <a:ext cx="61863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Dataset Description(Contd.…)</a:t>
            </a:r>
          </a:p>
        </p:txBody>
      </p:sp>
      <p:sp>
        <p:nvSpPr>
          <p:cNvPr id="6" name="Rectangle 5"/>
          <p:cNvSpPr/>
          <p:nvPr/>
        </p:nvSpPr>
        <p:spPr>
          <a:xfrm>
            <a:off x="3352800" y="6443246"/>
            <a:ext cx="61722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Bengali Word Assimilation Integrating Deep Learning Methods</a:t>
            </a:r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xmlns="" id="{2DDBE09C-AE5F-4996-BB0F-C85462B7919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762000" cy="4427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15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429000" y="5706876"/>
            <a:ext cx="2762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Fig-3: Class level of dataset</a:t>
            </a:r>
          </a:p>
        </p:txBody>
      </p:sp>
    </p:spTree>
    <p:extLst>
      <p:ext uri="{BB962C8B-B14F-4D97-AF65-F5344CB8AC3E}">
        <p14:creationId xmlns:p14="http://schemas.microsoft.com/office/powerpoint/2010/main" val="16371097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52400"/>
            <a:ext cx="8229600" cy="990600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Dataset Description(Contd.…)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250" y="1250950"/>
            <a:ext cx="8445500" cy="4356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3352800" y="6443246"/>
            <a:ext cx="61722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Bengali Word Assimilation Integrating Deep Learning Methods</a:t>
            </a:r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xmlns="" id="{2DDBE09C-AE5F-4996-BB0F-C85462B7919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762000" cy="4427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5594463"/>
            <a:ext cx="32239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Fig-4: Sentence length of dataset</a:t>
            </a:r>
          </a:p>
        </p:txBody>
      </p:sp>
    </p:spTree>
    <p:extLst>
      <p:ext uri="{BB962C8B-B14F-4D97-AF65-F5344CB8AC3E}">
        <p14:creationId xmlns:p14="http://schemas.microsoft.com/office/powerpoint/2010/main" val="32872952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381000"/>
            <a:ext cx="3523648" cy="685800"/>
          </a:xfrm>
        </p:spPr>
        <p:txBody>
          <a:bodyPr>
            <a:noAutofit/>
          </a:bodyPr>
          <a:lstStyle/>
          <a:p>
            <a:pPr marL="45720" indent="0">
              <a:buNone/>
            </a:pP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Model 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6767" y="1828800"/>
            <a:ext cx="8515473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itchFamily="2" charset="2"/>
              <a:buChar char="v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CNN (Convolution Neural Network)</a:t>
            </a:r>
          </a:p>
          <a:p>
            <a:pPr marL="342900" indent="-342900">
              <a:buFont typeface="Wingdings" pitchFamily="2" charset="2"/>
              <a:buChar char="v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GRU (Gated Recurrent Unit)</a:t>
            </a:r>
          </a:p>
          <a:p>
            <a:pPr marL="342900" indent="-342900">
              <a:buFont typeface="Wingdings" pitchFamily="2" charset="2"/>
              <a:buChar char="v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LSTM (Long Short Term Memory)</a:t>
            </a:r>
          </a:p>
          <a:p>
            <a:pPr marL="342900" indent="-342900">
              <a:buFont typeface="Wingdings" pitchFamily="2" charset="2"/>
              <a:buChar char="v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BiLSTM(Bidirectional Long Short Term Memory)</a:t>
            </a:r>
          </a:p>
          <a:p>
            <a:pPr marL="342900" indent="-342900">
              <a:buFont typeface="Wingdings" pitchFamily="2" charset="2"/>
              <a:buChar char="v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BERT(Bidirectional Encoder Representations From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Transformer)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3352800" y="6443246"/>
            <a:ext cx="61722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Bengali Word Assimilation Integrating Deep Learning Methods</a:t>
            </a:r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xmlns="" id="{2DDBE09C-AE5F-4996-BB0F-C85462B7919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762000" cy="4427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35115430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0" y="152400"/>
            <a:ext cx="6400800" cy="487680"/>
          </a:xfrm>
        </p:spPr>
        <p:txBody>
          <a:bodyPr>
            <a:noAutofit/>
          </a:bodyPr>
          <a:lstStyle/>
          <a:p>
            <a:pPr marL="45720" indent="0">
              <a:buNone/>
            </a:pP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                  </a:t>
            </a: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Accuracy</a:t>
            </a:r>
          </a:p>
          <a:p>
            <a:pPr marL="45720" indent="0">
              <a:buNone/>
            </a:pPr>
            <a:endParaRPr lang="en-US" sz="40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221" y="1447800"/>
            <a:ext cx="7272126" cy="85731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76600" y="1064832"/>
            <a:ext cx="12843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CNN – 71%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274" y="2628858"/>
            <a:ext cx="7252073" cy="80014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285423" y="2259526"/>
            <a:ext cx="12891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GRU – 67%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107" y="3844979"/>
            <a:ext cx="7239240" cy="82554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275498" y="3405374"/>
            <a:ext cx="1601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BiLSTM – 66%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107" y="5257800"/>
            <a:ext cx="7239240" cy="111130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346383" y="4724188"/>
            <a:ext cx="2067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LSTM+BERT – 76%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52800" y="6443246"/>
            <a:ext cx="61722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Bengali Word Assimilation Integrating Deep Learning Methods</a:t>
            </a:r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xmlns="" id="{2DDBE09C-AE5F-4996-BB0F-C85462B7919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762000" cy="4427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5915719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Performance Comparison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9601" y="1258669"/>
            <a:ext cx="7848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Times New Roman" pitchFamily="18" charset="0"/>
                <a:cs typeface="Times New Roman" pitchFamily="18" charset="0"/>
              </a:rPr>
              <a:t>Here we represent a table with comparing with other research works deliberately done by </a:t>
            </a: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researchers: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200400" y="5782962"/>
            <a:ext cx="30605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Table 1: Performance Comparison 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352800" y="6443246"/>
            <a:ext cx="61722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Bengali Word Assimilation Integrating Deep Learning Methods</a:t>
            </a:r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913" y="1944387"/>
            <a:ext cx="8258175" cy="3838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1143000" y="2820427"/>
            <a:ext cx="3642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[1]</a:t>
            </a:r>
            <a:endParaRPr lang="en-US" sz="1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752600" y="3446413"/>
            <a:ext cx="3642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[8]</a:t>
            </a:r>
            <a:endParaRPr lang="en-US" sz="1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707292" y="4105530"/>
            <a:ext cx="3642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[4]</a:t>
            </a:r>
            <a:endParaRPr lang="en-US" sz="1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xmlns="" id="{2DDBE09C-AE5F-4996-BB0F-C85462B7919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762000" cy="4427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19</a:t>
            </a:r>
            <a:endParaRPr lang="en-US" sz="1600" b="1" dirty="0">
              <a:solidFill>
                <a:schemeClr val="tx2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16469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8229600" cy="685800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Result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1092690"/>
            <a:ext cx="339548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Times New Roman" pitchFamily="18" charset="0"/>
              </a:rPr>
              <a:t>Sentence:</a:t>
            </a:r>
            <a:r>
              <a:rPr lang="as-IN" sz="2000" b="1" dirty="0">
                <a:solidFill>
                  <a:srgbClr val="0070C0"/>
                </a:solidFill>
                <a:latin typeface="Times New Roman" pitchFamily="18" charset="0"/>
              </a:rPr>
              <a:t>'ধর্ম নিয়ে ব্যবসা'</a:t>
            </a:r>
          </a:p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5267" y="1600201"/>
            <a:ext cx="4479925" cy="23759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655" y="4114800"/>
            <a:ext cx="8185150" cy="2082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Rectangle 11"/>
          <p:cNvSpPr/>
          <p:nvPr/>
        </p:nvSpPr>
        <p:spPr>
          <a:xfrm>
            <a:off x="3352800" y="6443246"/>
            <a:ext cx="61722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Bengali Word Assimilation Integrating Deep Learning Methods</a:t>
            </a:r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xmlns="" id="{2DDBE09C-AE5F-4996-BB0F-C85462B7919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762000" cy="4427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20</a:t>
            </a:r>
            <a:endParaRPr lang="en-US" sz="1600" b="1" dirty="0">
              <a:solidFill>
                <a:schemeClr val="tx2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3230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33600" y="304800"/>
            <a:ext cx="5562600" cy="990600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Future Work &amp; Limitation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33400" y="1371600"/>
            <a:ext cx="830579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In the future, our work offering opportunities to make a positive impact in several ways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endParaRPr lang="en-US" sz="2400" dirty="0"/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Developing user-centric applications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Social media and online platforms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Limitation: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For better accuracy we will implement more deep learning algorithm in future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352800" y="6443246"/>
            <a:ext cx="61722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Bengali Word Assimilation Integrating Deep Learning Methods</a:t>
            </a:r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xmlns="" id="{2DDBE09C-AE5F-4996-BB0F-C85462B7919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762000" cy="4427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21</a:t>
            </a:r>
            <a:endParaRPr lang="en-US" sz="1600" b="1" dirty="0">
              <a:solidFill>
                <a:schemeClr val="tx2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57569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352800" y="6443246"/>
            <a:ext cx="61722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Bengali Word Assimilation Integrating Deep Learning Methods</a:t>
            </a:r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xmlns="" id="{2DDBE09C-AE5F-4996-BB0F-C85462B7919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762000" cy="4427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636" y="1905000"/>
            <a:ext cx="875696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itchFamily="34" charset="0"/>
              <a:buChar char="•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It aimed to develop a Bangla text categorization model using deep learning techniques. While successful, the accuracy (75% across 7 categories) 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Complexities like limited resources and unique language features create difficulties for categorization models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At last We want to say that as Bengalis, it is essential for us to do a lot of work regarding our Bengali language.</a:t>
            </a:r>
          </a:p>
        </p:txBody>
      </p:sp>
    </p:spTree>
    <p:extLst>
      <p:ext uri="{BB962C8B-B14F-4D97-AF65-F5344CB8AC3E}">
        <p14:creationId xmlns:p14="http://schemas.microsoft.com/office/powerpoint/2010/main" val="21469960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6705" y="1295400"/>
            <a:ext cx="809009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algn="just"/>
            <a:r>
              <a:rPr lang="en-US" dirty="0"/>
              <a:t> </a:t>
            </a:r>
          </a:p>
          <a:p>
            <a:r>
              <a:rPr lang="en-US" b="1" dirty="0"/>
              <a:t> </a:t>
            </a:r>
            <a:endParaRPr lang="en-US" dirty="0"/>
          </a:p>
          <a:p>
            <a:pPr marL="228600" algn="just"/>
            <a:endParaRPr lang="en-US" dirty="0"/>
          </a:p>
          <a:p>
            <a:pPr algn="just"/>
            <a:r>
              <a:rPr lang="en-US" dirty="0"/>
              <a:t>    </a:t>
            </a:r>
            <a:endParaRPr lang="en-US" sz="1800" kern="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Vrinda" panose="020B0502040204020203" pitchFamily="34" charset="0"/>
            </a:endParaRPr>
          </a:p>
          <a:p>
            <a:pPr marL="228600" marR="0" algn="just">
              <a:spcBef>
                <a:spcPts val="0"/>
              </a:spcBef>
              <a:spcAft>
                <a:spcPts val="0"/>
              </a:spcAft>
            </a:pPr>
            <a:endParaRPr lang="en-US" kern="1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Vrinda" panose="020B0502040204020203" pitchFamily="34" charset="0"/>
            </a:endParaRPr>
          </a:p>
          <a:p>
            <a:pPr lvl="0"/>
            <a:endParaRPr lang="en-US" dirty="0"/>
          </a:p>
          <a:p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429000" y="408188"/>
            <a:ext cx="2667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352800" y="6443246"/>
            <a:ext cx="61722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Bengali Word Assimilation Integrating Deep Learning Methods</a:t>
            </a:r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xmlns="" id="{2DDBE09C-AE5F-4996-BB0F-C85462B7919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762000" cy="4427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232" y="1371600"/>
            <a:ext cx="85344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[1] P. S. Haque, M.M and Z. Begum, “An innovative approach of bangla text summarization by introducing pronoun replacement and improved sentence ranking,” Journal of Information Pro cessing Systems, vol. 13:4,2017, pp. 752–777.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[2] Islam, T., S. Latif, and N. Ahmed. “Using social networks to detect malicious bangla  text content.” in 2019 1st International Conference on Advances in Science,  Engineering and Robotics Technology (ICASERT).(IEEE 2018). pp.8-16.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[3] U. Suleymanov, S. Rustamov, M. Zulfugarov, O. Orujov, N.  Musayev, and A. Alizade, “Empirical study of online news  classification using machine learning approaches,” in 2018 IEEE  12th International Confer-</a:t>
            </a:r>
            <a:r>
              <a:rPr lang="en-US" dirty="0" err="1"/>
              <a:t>ence</a:t>
            </a:r>
            <a:r>
              <a:rPr lang="en-US" dirty="0"/>
              <a:t> on Application of Information and  Communication Technologies (AICT). (IEEE 2019), pp. 1–6.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[4] M. Islam, F. N. Majumdar, A. Galib, and M. M. Hoque, “Hybrid text summarizer for bangla document,” Int J Comput Vis Sig Process, vol. 1, no. 1,2020, pp. 27–38. </a:t>
            </a:r>
          </a:p>
          <a:p>
            <a:r>
              <a:rPr lang="en-US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40589747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0B01507-0FA9-975F-5474-B25540599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r>
              <a:rPr lang="en-US" dirty="0"/>
              <a:t>Limitations(</a:t>
            </a:r>
            <a:r>
              <a:rPr lang="en-US" dirty="0" err="1"/>
              <a:t>Contd</a:t>
            </a:r>
            <a:r>
              <a:rPr lang="en-US" dirty="0"/>
              <a:t>…)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F5A0551-5D48-DBEA-B011-804184AABE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28600" marR="0" algn="just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[5] K. Sarkar, “Bengali text summarization by sentence extraction,” </a:t>
            </a:r>
            <a:r>
              <a:rPr lang="en-US" sz="1800" i="1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arXiv</a:t>
            </a:r>
            <a:r>
              <a:rPr lang="en-US" sz="1800" i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preprint arXiv:1201.2240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2012,pp 5-10</a:t>
            </a:r>
            <a:endParaRPr lang="en-US" sz="1800" dirty="0">
              <a:effectLst/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228600" marR="0" algn="just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[6] J. Liu, D. J. Hughes, and Y. Yang, “Unsupervised extractive text summarization with distance-augmented sentence graphs,” in </a:t>
            </a:r>
            <a:r>
              <a:rPr lang="en-US" sz="1800" i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44th International ACM SIGIR Conference on Research and Development in Information Retrieval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2021, pp. 2313–2317.</a:t>
            </a:r>
            <a:endParaRPr lang="en-US" sz="1800" dirty="0">
              <a:effectLst/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228600" marR="0" algn="just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Times New Roman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[7] A. Dhar, N.S. Dash, K. Roy, Classification of </a:t>
            </a:r>
            <a:r>
              <a:rPr lang="en-US" sz="18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bangla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text documents based on inverse class frequency, </a:t>
            </a:r>
            <a:r>
              <a:rPr lang="en-US" sz="1800" i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 2018 3rd International Conference on Internet of Things: Smart Innovation and Usages (IoT-SIU) 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(IEEE, 2018), pp 1–6</a:t>
            </a:r>
            <a:endParaRPr lang="en-US" sz="1800" dirty="0">
              <a:effectLst/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[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8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]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K.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Sarkar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, “A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keyphrase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-based approach to text summarization for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english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bengali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documents,” </a:t>
            </a:r>
            <a:r>
              <a:rPr lang="en-US" sz="1800" i="1" dirty="0">
                <a:latin typeface="Times New Roman" pitchFamily="18" charset="0"/>
                <a:cs typeface="Times New Roman" pitchFamily="18" charset="0"/>
              </a:rPr>
              <a:t>International Journal of Technology Diffusion (IJTD)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, vol. 5, no. 2, pp. 28–38, 2014.</a:t>
            </a:r>
          </a:p>
          <a:p>
            <a:endParaRPr lang="en-US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xmlns="" id="{2DDBE09C-AE5F-4996-BB0F-C85462B7919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762000" cy="4427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24</a:t>
            </a:r>
            <a:endParaRPr lang="en-US" sz="1600" b="1" dirty="0">
              <a:solidFill>
                <a:schemeClr val="tx2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352800" y="6443246"/>
            <a:ext cx="61722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Bengali Word Assimilation Integrating Deep Learning Methods</a:t>
            </a:r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1254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2362200"/>
            <a:ext cx="6248401" cy="1143000"/>
          </a:xfrm>
        </p:spPr>
        <p:txBody>
          <a:bodyPr/>
          <a:lstStyle/>
          <a:p>
            <a:pPr marL="0" indent="0">
              <a:buNone/>
            </a:pPr>
            <a:r>
              <a:rPr lang="en-US" sz="6000" b="1" dirty="0">
                <a:latin typeface="Times New Roman" pitchFamily="18" charset="0"/>
                <a:cs typeface="Times New Roman" pitchFamily="18" charset="0"/>
              </a:rP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3352800" y="6443246"/>
            <a:ext cx="61722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Bengali Word Assimilation Integrating Deep Learning Methods</a:t>
            </a:r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xmlns="" id="{2DDBE09C-AE5F-4996-BB0F-C85462B7919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762000" cy="4427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34258979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3205</TotalTime>
  <Words>925</Words>
  <Application>Microsoft Office PowerPoint</Application>
  <PresentationFormat>On-screen Show (4:3)</PresentationFormat>
  <Paragraphs>216</Paragraphs>
  <Slides>25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Dataset Description(Contd.…)</vt:lpstr>
      <vt:lpstr>PowerPoint Presentation</vt:lpstr>
      <vt:lpstr>PowerPoint Presentation</vt:lpstr>
      <vt:lpstr>Performance Comparison</vt:lpstr>
      <vt:lpstr>Result Analysis</vt:lpstr>
      <vt:lpstr>PowerPoint Presentation</vt:lpstr>
      <vt:lpstr>Conclusion</vt:lpstr>
      <vt:lpstr>PowerPoint Presentation</vt:lpstr>
      <vt:lpstr>Limitations(Contd…)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YoutechBD</dc:creator>
  <cp:lastModifiedBy>YoutechBD</cp:lastModifiedBy>
  <cp:revision>132</cp:revision>
  <dcterms:created xsi:type="dcterms:W3CDTF">2023-05-12T05:08:28Z</dcterms:created>
  <dcterms:modified xsi:type="dcterms:W3CDTF">2023-12-24T11:22:25Z</dcterms:modified>
</cp:coreProperties>
</file>